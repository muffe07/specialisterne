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3" r:id="rId10"/>
    <p:sldId id="260" r:id="rId11"/>
    <p:sldId id="261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8070D-F79B-4A47-9D5A-1AC663708EC6}" v="2" dt="2025-04-11T08:48:47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</a:t>
            </a:r>
            <a:r>
              <a:rPr lang="en-US" dirty="0"/>
              <a:t>(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a-DK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75-41A4-BF3F-93A5328BE1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75-41A4-BF3F-93A5328BE1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75-41A4-BF3F-93A5328BE1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75-41A4-BF3F-93A5328BE19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75-41A4-BF3F-93A5328BE19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B75-41A4-BF3F-93A5328BE190}"/>
              </c:ext>
            </c:extLst>
          </c:dPt>
          <c:dPt>
            <c:idx val="6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BC-430B-BFC8-F9BA44B3699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B75-41A4-BF3F-93A5328BE19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a-DK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Local SQL connection</c:v>
                </c:pt>
                <c:pt idx="1">
                  <c:v>Remote SQL connection</c:v>
                </c:pt>
                <c:pt idx="2">
                  <c:v>Retrive data </c:v>
                </c:pt>
                <c:pt idx="3">
                  <c:v>Restructere keys</c:v>
                </c:pt>
                <c:pt idx="4">
                  <c:v>Standardize data  </c:v>
                </c:pt>
                <c:pt idx="5">
                  <c:v>Create schema</c:v>
                </c:pt>
                <c:pt idx="6">
                  <c:v>Added foreign keys constraints</c:v>
                </c:pt>
                <c:pt idx="7">
                  <c:v>Changed date datatypes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80</c:v>
                </c:pt>
                <c:pt idx="2">
                  <c:v>340</c:v>
                </c:pt>
                <c:pt idx="3">
                  <c:v>10</c:v>
                </c:pt>
                <c:pt idx="4">
                  <c:v>0</c:v>
                </c:pt>
                <c:pt idx="5">
                  <c:v>590</c:v>
                </c:pt>
                <c:pt idx="6">
                  <c:v>500</c:v>
                </c:pt>
                <c:pt idx="7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BC-430B-BFC8-F9BA44B3699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a-D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a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CB564A-6C35-429F-9035-5E6E2F9CD24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A67A83-7E09-4505-A596-47D9513D903D}">
      <dgm:prSet/>
      <dgm:spPr/>
      <dgm:t>
        <a:bodyPr/>
        <a:lstStyle/>
        <a:p>
          <a:r>
            <a:rPr lang="en-US"/>
            <a:t>CSV</a:t>
          </a:r>
        </a:p>
      </dgm:t>
    </dgm:pt>
    <dgm:pt modelId="{BFBC7C71-B377-4AF2-A682-6C10BCC3C7DB}" type="parTrans" cxnId="{62679C4B-E7AE-4CE6-B6FE-65A31DC35992}">
      <dgm:prSet/>
      <dgm:spPr/>
      <dgm:t>
        <a:bodyPr/>
        <a:lstStyle/>
        <a:p>
          <a:endParaRPr lang="en-US"/>
        </a:p>
      </dgm:t>
    </dgm:pt>
    <dgm:pt modelId="{938DCC33-267F-4F88-A857-1E087519A99A}" type="sibTrans" cxnId="{62679C4B-E7AE-4CE6-B6FE-65A31DC35992}">
      <dgm:prSet/>
      <dgm:spPr/>
      <dgm:t>
        <a:bodyPr/>
        <a:lstStyle/>
        <a:p>
          <a:endParaRPr lang="en-US"/>
        </a:p>
      </dgm:t>
    </dgm:pt>
    <dgm:pt modelId="{3E9A7652-6F88-48EA-95CA-1535AA9C09A4}">
      <dgm:prSet/>
      <dgm:spPr/>
      <dgm:t>
        <a:bodyPr/>
        <a:lstStyle/>
        <a:p>
          <a:r>
            <a:rPr lang="en-US"/>
            <a:t>SQL</a:t>
          </a:r>
        </a:p>
      </dgm:t>
    </dgm:pt>
    <dgm:pt modelId="{017C70FB-1776-4303-A295-3514E59CB98D}" type="parTrans" cxnId="{32BFF705-4C5C-4BC3-BF1A-8F7047146E37}">
      <dgm:prSet/>
      <dgm:spPr/>
      <dgm:t>
        <a:bodyPr/>
        <a:lstStyle/>
        <a:p>
          <a:endParaRPr lang="en-US"/>
        </a:p>
      </dgm:t>
    </dgm:pt>
    <dgm:pt modelId="{D6D03E29-9FC9-4918-A967-BA8B68F93E18}" type="sibTrans" cxnId="{32BFF705-4C5C-4BC3-BF1A-8F7047146E37}">
      <dgm:prSet/>
      <dgm:spPr/>
      <dgm:t>
        <a:bodyPr/>
        <a:lstStyle/>
        <a:p>
          <a:endParaRPr lang="en-US"/>
        </a:p>
      </dgm:t>
    </dgm:pt>
    <dgm:pt modelId="{98A7E5F0-B11C-41C7-AC69-FFDB3DDE163C}">
      <dgm:prSet/>
      <dgm:spPr/>
      <dgm:t>
        <a:bodyPr/>
        <a:lstStyle/>
        <a:p>
          <a:r>
            <a:rPr lang="en-US"/>
            <a:t>API</a:t>
          </a:r>
        </a:p>
      </dgm:t>
    </dgm:pt>
    <dgm:pt modelId="{ACA5C24F-7C74-4F20-8F0A-EDC85B918DAE}" type="parTrans" cxnId="{D85728B1-60C0-4D5C-82FC-3797C43BA726}">
      <dgm:prSet/>
      <dgm:spPr/>
      <dgm:t>
        <a:bodyPr/>
        <a:lstStyle/>
        <a:p>
          <a:endParaRPr lang="en-US"/>
        </a:p>
      </dgm:t>
    </dgm:pt>
    <dgm:pt modelId="{C0458700-E70D-4CCD-AE70-5C338F8108E7}" type="sibTrans" cxnId="{D85728B1-60C0-4D5C-82FC-3797C43BA726}">
      <dgm:prSet/>
      <dgm:spPr/>
      <dgm:t>
        <a:bodyPr/>
        <a:lstStyle/>
        <a:p>
          <a:endParaRPr lang="en-US"/>
        </a:p>
      </dgm:t>
    </dgm:pt>
    <dgm:pt modelId="{0DA7596C-7836-4A81-9FF9-44EDB24AFEFA}" type="pres">
      <dgm:prSet presAssocID="{83CB564A-6C35-429F-9035-5E6E2F9CD24A}" presName="root" presStyleCnt="0">
        <dgm:presLayoutVars>
          <dgm:dir/>
          <dgm:resizeHandles val="exact"/>
        </dgm:presLayoutVars>
      </dgm:prSet>
      <dgm:spPr/>
    </dgm:pt>
    <dgm:pt modelId="{3FA49FE8-7C77-4A43-9106-A2B2E970455B}" type="pres">
      <dgm:prSet presAssocID="{ACA67A83-7E09-4505-A596-47D9513D903D}" presName="compNode" presStyleCnt="0"/>
      <dgm:spPr/>
    </dgm:pt>
    <dgm:pt modelId="{64241D17-1DB3-4F5A-8B5A-F34AB5D03531}" type="pres">
      <dgm:prSet presAssocID="{ACA67A83-7E09-4505-A596-47D9513D90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BEEF81E-675D-4217-ADF4-E802DEB62158}" type="pres">
      <dgm:prSet presAssocID="{ACA67A83-7E09-4505-A596-47D9513D903D}" presName="spaceRect" presStyleCnt="0"/>
      <dgm:spPr/>
    </dgm:pt>
    <dgm:pt modelId="{DAFC3987-0864-4EF1-84C8-6A548BFAD51E}" type="pres">
      <dgm:prSet presAssocID="{ACA67A83-7E09-4505-A596-47D9513D903D}" presName="textRect" presStyleLbl="revTx" presStyleIdx="0" presStyleCnt="3">
        <dgm:presLayoutVars>
          <dgm:chMax val="1"/>
          <dgm:chPref val="1"/>
        </dgm:presLayoutVars>
      </dgm:prSet>
      <dgm:spPr/>
    </dgm:pt>
    <dgm:pt modelId="{A13496B1-3B4C-4752-ACE3-E0A3D09698FC}" type="pres">
      <dgm:prSet presAssocID="{938DCC33-267F-4F88-A857-1E087519A99A}" presName="sibTrans" presStyleCnt="0"/>
      <dgm:spPr/>
    </dgm:pt>
    <dgm:pt modelId="{6F45D250-DBBA-4551-A4D7-9E5AF5E8DB1A}" type="pres">
      <dgm:prSet presAssocID="{3E9A7652-6F88-48EA-95CA-1535AA9C09A4}" presName="compNode" presStyleCnt="0"/>
      <dgm:spPr/>
    </dgm:pt>
    <dgm:pt modelId="{3BC10B9D-21FA-4886-AA1B-BB451B068866}" type="pres">
      <dgm:prSet presAssocID="{3E9A7652-6F88-48EA-95CA-1535AA9C09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062958-F439-43FB-9FC5-8F4327225B33}" type="pres">
      <dgm:prSet presAssocID="{3E9A7652-6F88-48EA-95CA-1535AA9C09A4}" presName="spaceRect" presStyleCnt="0"/>
      <dgm:spPr/>
    </dgm:pt>
    <dgm:pt modelId="{DA4641CB-84F0-4B85-BBD0-7F3E4652C4E7}" type="pres">
      <dgm:prSet presAssocID="{3E9A7652-6F88-48EA-95CA-1535AA9C09A4}" presName="textRect" presStyleLbl="revTx" presStyleIdx="1" presStyleCnt="3">
        <dgm:presLayoutVars>
          <dgm:chMax val="1"/>
          <dgm:chPref val="1"/>
        </dgm:presLayoutVars>
      </dgm:prSet>
      <dgm:spPr/>
    </dgm:pt>
    <dgm:pt modelId="{19C46A0E-E76D-45CF-9E89-23333491AA88}" type="pres">
      <dgm:prSet presAssocID="{D6D03E29-9FC9-4918-A967-BA8B68F93E18}" presName="sibTrans" presStyleCnt="0"/>
      <dgm:spPr/>
    </dgm:pt>
    <dgm:pt modelId="{63556CF2-E948-4397-9D05-1B2D2C2941E6}" type="pres">
      <dgm:prSet presAssocID="{98A7E5F0-B11C-41C7-AC69-FFDB3DDE163C}" presName="compNode" presStyleCnt="0"/>
      <dgm:spPr/>
    </dgm:pt>
    <dgm:pt modelId="{4F4BE2D5-C10A-4442-8E72-83E1E736E1B9}" type="pres">
      <dgm:prSet presAssocID="{98A7E5F0-B11C-41C7-AC69-FFDB3DDE16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6671851-AE1A-48D5-B2E3-41FE1C75279D}" type="pres">
      <dgm:prSet presAssocID="{98A7E5F0-B11C-41C7-AC69-FFDB3DDE163C}" presName="spaceRect" presStyleCnt="0"/>
      <dgm:spPr/>
    </dgm:pt>
    <dgm:pt modelId="{C8250227-0C89-40F7-980B-262095BCFBDF}" type="pres">
      <dgm:prSet presAssocID="{98A7E5F0-B11C-41C7-AC69-FFDB3DDE16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2BFF705-4C5C-4BC3-BF1A-8F7047146E37}" srcId="{83CB564A-6C35-429F-9035-5E6E2F9CD24A}" destId="{3E9A7652-6F88-48EA-95CA-1535AA9C09A4}" srcOrd="1" destOrd="0" parTransId="{017C70FB-1776-4303-A295-3514E59CB98D}" sibTransId="{D6D03E29-9FC9-4918-A967-BA8B68F93E18}"/>
    <dgm:cxn modelId="{B4101F0A-389A-415C-B301-286074189A6C}" type="presOf" srcId="{3E9A7652-6F88-48EA-95CA-1535AA9C09A4}" destId="{DA4641CB-84F0-4B85-BBD0-7F3E4652C4E7}" srcOrd="0" destOrd="0" presId="urn:microsoft.com/office/officeart/2018/2/layout/IconLabelList"/>
    <dgm:cxn modelId="{ABE9A81A-274F-4745-AB44-E9FF60E01767}" type="presOf" srcId="{83CB564A-6C35-429F-9035-5E6E2F9CD24A}" destId="{0DA7596C-7836-4A81-9FF9-44EDB24AFEFA}" srcOrd="0" destOrd="0" presId="urn:microsoft.com/office/officeart/2018/2/layout/IconLabelList"/>
    <dgm:cxn modelId="{62679C4B-E7AE-4CE6-B6FE-65A31DC35992}" srcId="{83CB564A-6C35-429F-9035-5E6E2F9CD24A}" destId="{ACA67A83-7E09-4505-A596-47D9513D903D}" srcOrd="0" destOrd="0" parTransId="{BFBC7C71-B377-4AF2-A682-6C10BCC3C7DB}" sibTransId="{938DCC33-267F-4F88-A857-1E087519A99A}"/>
    <dgm:cxn modelId="{D85728B1-60C0-4D5C-82FC-3797C43BA726}" srcId="{83CB564A-6C35-429F-9035-5E6E2F9CD24A}" destId="{98A7E5F0-B11C-41C7-AC69-FFDB3DDE163C}" srcOrd="2" destOrd="0" parTransId="{ACA5C24F-7C74-4F20-8F0A-EDC85B918DAE}" sibTransId="{C0458700-E70D-4CCD-AE70-5C338F8108E7}"/>
    <dgm:cxn modelId="{65E1E4C9-E88A-4D65-A50D-395E060568CD}" type="presOf" srcId="{ACA67A83-7E09-4505-A596-47D9513D903D}" destId="{DAFC3987-0864-4EF1-84C8-6A548BFAD51E}" srcOrd="0" destOrd="0" presId="urn:microsoft.com/office/officeart/2018/2/layout/IconLabelList"/>
    <dgm:cxn modelId="{D3A067D1-FE0E-4922-838A-A9931956A7F8}" type="presOf" srcId="{98A7E5F0-B11C-41C7-AC69-FFDB3DDE163C}" destId="{C8250227-0C89-40F7-980B-262095BCFBDF}" srcOrd="0" destOrd="0" presId="urn:microsoft.com/office/officeart/2018/2/layout/IconLabelList"/>
    <dgm:cxn modelId="{BF81D22B-6904-487D-93CC-642437640A76}" type="presParOf" srcId="{0DA7596C-7836-4A81-9FF9-44EDB24AFEFA}" destId="{3FA49FE8-7C77-4A43-9106-A2B2E970455B}" srcOrd="0" destOrd="0" presId="urn:microsoft.com/office/officeart/2018/2/layout/IconLabelList"/>
    <dgm:cxn modelId="{D9FF6003-2834-4BCD-BE16-30689BD0B9AD}" type="presParOf" srcId="{3FA49FE8-7C77-4A43-9106-A2B2E970455B}" destId="{64241D17-1DB3-4F5A-8B5A-F34AB5D03531}" srcOrd="0" destOrd="0" presId="urn:microsoft.com/office/officeart/2018/2/layout/IconLabelList"/>
    <dgm:cxn modelId="{DB417A44-5F70-4BE5-B7D6-4FA13E0646E7}" type="presParOf" srcId="{3FA49FE8-7C77-4A43-9106-A2B2E970455B}" destId="{2BEEF81E-675D-4217-ADF4-E802DEB62158}" srcOrd="1" destOrd="0" presId="urn:microsoft.com/office/officeart/2018/2/layout/IconLabelList"/>
    <dgm:cxn modelId="{615AA30D-92F1-40CE-88D6-C142A1C2924B}" type="presParOf" srcId="{3FA49FE8-7C77-4A43-9106-A2B2E970455B}" destId="{DAFC3987-0864-4EF1-84C8-6A548BFAD51E}" srcOrd="2" destOrd="0" presId="urn:microsoft.com/office/officeart/2018/2/layout/IconLabelList"/>
    <dgm:cxn modelId="{6FC6DB7A-A3DF-4DEA-958C-773F5961050A}" type="presParOf" srcId="{0DA7596C-7836-4A81-9FF9-44EDB24AFEFA}" destId="{A13496B1-3B4C-4752-ACE3-E0A3D09698FC}" srcOrd="1" destOrd="0" presId="urn:microsoft.com/office/officeart/2018/2/layout/IconLabelList"/>
    <dgm:cxn modelId="{3BEAE09A-71F7-4E6B-A593-05348FF5955D}" type="presParOf" srcId="{0DA7596C-7836-4A81-9FF9-44EDB24AFEFA}" destId="{6F45D250-DBBA-4551-A4D7-9E5AF5E8DB1A}" srcOrd="2" destOrd="0" presId="urn:microsoft.com/office/officeart/2018/2/layout/IconLabelList"/>
    <dgm:cxn modelId="{2B0B5603-4C53-4988-95AD-F67C373225E6}" type="presParOf" srcId="{6F45D250-DBBA-4551-A4D7-9E5AF5E8DB1A}" destId="{3BC10B9D-21FA-4886-AA1B-BB451B068866}" srcOrd="0" destOrd="0" presId="urn:microsoft.com/office/officeart/2018/2/layout/IconLabelList"/>
    <dgm:cxn modelId="{9BA6F161-DE4D-4558-B572-D8B391A712DC}" type="presParOf" srcId="{6F45D250-DBBA-4551-A4D7-9E5AF5E8DB1A}" destId="{A6062958-F439-43FB-9FC5-8F4327225B33}" srcOrd="1" destOrd="0" presId="urn:microsoft.com/office/officeart/2018/2/layout/IconLabelList"/>
    <dgm:cxn modelId="{11831F1F-C073-4970-B7B4-C8EC138D40C4}" type="presParOf" srcId="{6F45D250-DBBA-4551-A4D7-9E5AF5E8DB1A}" destId="{DA4641CB-84F0-4B85-BBD0-7F3E4652C4E7}" srcOrd="2" destOrd="0" presId="urn:microsoft.com/office/officeart/2018/2/layout/IconLabelList"/>
    <dgm:cxn modelId="{B99D0626-022A-4810-B692-CE160DC6A1E2}" type="presParOf" srcId="{0DA7596C-7836-4A81-9FF9-44EDB24AFEFA}" destId="{19C46A0E-E76D-45CF-9E89-23333491AA88}" srcOrd="3" destOrd="0" presId="urn:microsoft.com/office/officeart/2018/2/layout/IconLabelList"/>
    <dgm:cxn modelId="{B5981141-167C-45D0-B02F-9EBA4572F2E4}" type="presParOf" srcId="{0DA7596C-7836-4A81-9FF9-44EDB24AFEFA}" destId="{63556CF2-E948-4397-9D05-1B2D2C2941E6}" srcOrd="4" destOrd="0" presId="urn:microsoft.com/office/officeart/2018/2/layout/IconLabelList"/>
    <dgm:cxn modelId="{24181555-F2D6-434F-845C-7C74247CD8CA}" type="presParOf" srcId="{63556CF2-E948-4397-9D05-1B2D2C2941E6}" destId="{4F4BE2D5-C10A-4442-8E72-83E1E736E1B9}" srcOrd="0" destOrd="0" presId="urn:microsoft.com/office/officeart/2018/2/layout/IconLabelList"/>
    <dgm:cxn modelId="{6D74B2B7-E0EA-4843-A887-6A00387DAE31}" type="presParOf" srcId="{63556CF2-E948-4397-9D05-1B2D2C2941E6}" destId="{06671851-AE1A-48D5-B2E3-41FE1C75279D}" srcOrd="1" destOrd="0" presId="urn:microsoft.com/office/officeart/2018/2/layout/IconLabelList"/>
    <dgm:cxn modelId="{E469B9CD-EBFE-44F6-9C86-BAEFB9809D7E}" type="presParOf" srcId="{63556CF2-E948-4397-9D05-1B2D2C2941E6}" destId="{C8250227-0C89-40F7-980B-262095BCFB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41D17-1DB3-4F5A-8B5A-F34AB5D03531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C3987-0864-4EF1-84C8-6A548BFAD51E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CSV</a:t>
          </a:r>
        </a:p>
      </dsp:txBody>
      <dsp:txXfrm>
        <a:off x="59990" y="2654049"/>
        <a:ext cx="3226223" cy="720000"/>
      </dsp:txXfrm>
    </dsp:sp>
    <dsp:sp modelId="{3BC10B9D-21FA-4886-AA1B-BB451B068866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641CB-84F0-4B85-BBD0-7F3E4652C4E7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SQL</a:t>
          </a:r>
        </a:p>
      </dsp:txBody>
      <dsp:txXfrm>
        <a:off x="3850802" y="2654049"/>
        <a:ext cx="3226223" cy="720000"/>
      </dsp:txXfrm>
    </dsp:sp>
    <dsp:sp modelId="{4F4BE2D5-C10A-4442-8E72-83E1E736E1B9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50227-0C89-40F7-980B-262095BCFBDF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API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8544-29F4-7D92-AB29-876A46074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E9F9C-F814-9A2E-9710-A3493E836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7340D-1EC4-675B-AC93-3209FC75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A09A5-FD59-1689-4866-FAA4ED9C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85B89-C6E8-1851-2BF4-D3015503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515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442C-6B7F-85E9-9BA9-E0417DDB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B28B6-F502-0EE1-A5D9-05218543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7288C-D186-1E4E-9D7B-8C38F337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0D1F5-3C0F-4955-4875-30EA06C7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83049-C085-FF46-FF2E-1DA6C74B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603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F7C6-6261-69DF-331D-64729B247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F5596-4D02-1C7F-BA16-1A8BE881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D03E-1A0A-FF9B-C69D-90347635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049DB-F735-E499-A178-67DA63EF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8B87D-FEBB-1557-DDFE-C93448C0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960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EAA0-C211-5EA0-1906-F8E93CEB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C69A-F975-40CA-2F37-E296DBCA4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28563-889B-D05F-183B-758F8BD88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2A7F9-9F2D-F66A-9995-901E1170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57879-CD93-6E48-195B-A6C4E1B8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77BFE-AB34-6C9F-E5FF-7003A75C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7638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2DF7-386C-D6AF-BB96-B472C4649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000C-104A-5F63-628D-D10ED5FC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B2F66-9BAF-60B9-E826-8F8B5A444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7D75A-70F7-480D-ED1A-7AF11DAAA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1DC8F-A68F-87A5-AFA4-185793FDE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DC5CE-9A88-0DFF-9A50-A3827B64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797F75-E5B1-1420-7818-2A0D491D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7A0A1-8629-CA5F-BB76-ADE6B92F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31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47D6-59E5-F495-7623-AF784AEB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A48B4-9407-8F9C-FA95-FDE5F7C4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73292-3AD6-F782-9641-6F752919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E91E4-EBDC-EC50-B58F-C2F09E7B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113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1AFC2-106D-916C-57DE-BF8AEC7C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FBF67-0B26-51ED-3BD9-7802A69D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81818-9563-F282-42FA-77510253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970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5096-0C21-66C7-2E05-9B65D54A9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9DA2-FFBA-3242-EAFE-A1DD792C6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CCEB-28A0-31B8-C20D-BA5B2AF30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3A892-E510-0E49-6B68-D495B3E6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87399-5863-8A80-59BE-4B2E428D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88259-4DE7-B556-26DB-A81D52B5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327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AB89-8A5A-4148-C065-18BCECF5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3426D-878F-7D74-5F79-04B63ED80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4B58C-98D8-9629-1197-EA888AE9B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75B9C-B798-77A4-108F-611E7B2D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491FF-2967-9927-E42D-D430E557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023C7-5E7E-F907-3984-D8CDB6E2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591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53B9-01CF-237C-5817-C204EB2A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4A17C-554E-60D8-A2CA-D13251FA6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FD484-CFF5-7A39-1DAE-91142CE7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0B24-096D-3D86-0E3A-A207FE19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25B3-E8A2-A093-B0CA-28F770C9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880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4E6A5B-B663-3A4A-49D2-295C96C80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9D31E-586D-18A3-D2AD-E67F506F2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7FB19-77BA-B24E-65AA-220F1002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1DC6C-091D-3B96-72AA-178AB0EA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D1A19-8001-F97B-F65F-0293DCFE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758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96B8B-5B78-7338-7B02-F786841B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425E8-98B6-6172-CE17-A3A5FEE9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C9B2-DF40-A37F-843D-E984A83D7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5A59C-4668-4AB6-A31C-55FF08F1953C}" type="datetimeFigureOut">
              <a:rPr lang="da-DK" smtClean="0"/>
              <a:t>14-04-2025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91515-E474-C7A0-ED14-18DE84C95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49B5-908A-A30F-B99F-4448DFC2B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49603-CA0E-4F54-8A38-C063DD73F76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951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EFCA-1D08-AA80-8AE8-BDC1C5277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ETL process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15E77-CA35-AA62-3C4B-684386A31D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992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21C0D-501D-BA21-7A57-4891836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Extract</a:t>
            </a:r>
            <a:endParaRPr lang="da-DK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2E2D02-F141-2F9B-021F-E7C57F536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9345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053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AB4C5-E8CA-FF44-69DA-E9A5151E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5 normal forms</a:t>
            </a:r>
            <a:endParaRPr lang="da-DK" sz="4000">
              <a:solidFill>
                <a:srgbClr val="FFFFFF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841FD42-E7EC-1162-C7AB-B898615F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Atomic values and unique rows</a:t>
            </a:r>
          </a:p>
          <a:p>
            <a:r>
              <a:rPr lang="en-US" sz="2000" dirty="0"/>
              <a:t>Depend on entire key</a:t>
            </a:r>
          </a:p>
          <a:p>
            <a:r>
              <a:rPr lang="en-US" sz="2000" dirty="0"/>
              <a:t>Eliminate transitive dependencies</a:t>
            </a:r>
          </a:p>
          <a:p>
            <a:r>
              <a:rPr lang="en-US" sz="2000" dirty="0"/>
              <a:t>Eliminate multi-valued dependencies</a:t>
            </a:r>
          </a:p>
          <a:p>
            <a:r>
              <a:rPr lang="en-US" sz="2000" dirty="0"/>
              <a:t>Eliminate join dependencies</a:t>
            </a:r>
          </a:p>
          <a:p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38104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9FD0-0248-0CC2-12D1-31F06C13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(Column values)</a:t>
            </a:r>
            <a:endParaRPr lang="da-DK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4F6CC4-B2CF-2B27-96EA-378D41E4A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561132"/>
              </p:ext>
            </p:extLst>
          </p:nvPr>
        </p:nvGraphicFramePr>
        <p:xfrm>
          <a:off x="1553172" y="3087542"/>
          <a:ext cx="812799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0502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1017432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49517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Columns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 format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format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47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Phone Number</a:t>
                      </a:r>
                      <a:endParaRPr lang="da-DK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(555) 555-1234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+1</a:t>
                      </a:r>
                      <a:r>
                        <a:rPr lang="da-DK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5555551234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41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Name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Heller Shagamaw Frame - 2016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Shagamaw</a:t>
                      </a:r>
                      <a:r>
                        <a:rPr lang="en-US" dirty="0"/>
                        <a:t> Frame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204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9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F050-2ECC-DD14-59C9-EC831345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(Removal of columns)</a:t>
            </a:r>
            <a:endParaRPr lang="da-DK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2C8960-5532-A5EE-41D7-5E80DCEBB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52529"/>
              </p:ext>
            </p:extLst>
          </p:nvPr>
        </p:nvGraphicFramePr>
        <p:xfrm>
          <a:off x="1477818" y="2559860"/>
          <a:ext cx="8248072" cy="2726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151728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863365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79368214"/>
                    </a:ext>
                  </a:extLst>
                </a:gridCol>
                <a:gridCol w="1791854">
                  <a:extLst>
                    <a:ext uri="{9D8B030D-6E8A-4147-A177-3AD203B41FA5}">
                      <a16:colId xmlns:a16="http://schemas.microsoft.com/office/drawing/2014/main" val="2528253579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389542769"/>
                    </a:ext>
                  </a:extLst>
                </a:gridCol>
              </a:tblGrid>
              <a:tr h="65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Table</a:t>
                      </a:r>
                      <a:endParaRPr lang="da-DK" dirty="0"/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Column</a:t>
                      </a:r>
                      <a:endParaRPr lang="da-DK" dirty="0"/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Alternative table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Alternative column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298461"/>
                  </a:ext>
                </a:extLst>
              </a:tr>
              <a:tr h="65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Oreder_items</a:t>
                      </a:r>
                      <a:endParaRPr lang="da-DK" dirty="0"/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Item_id</a:t>
                      </a:r>
                      <a:endParaRPr lang="da-DK" dirty="0"/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701003"/>
                  </a:ext>
                </a:extLst>
              </a:tr>
              <a:tr h="65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Staffs</a:t>
                      </a:r>
                      <a:endParaRPr lang="da-DK" dirty="0"/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Street</a:t>
                      </a:r>
                      <a:endParaRPr lang="da-DK" dirty="0"/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Stores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Street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45817"/>
                  </a:ext>
                </a:extLst>
              </a:tr>
              <a:tr h="379887">
                <a:tc>
                  <a:txBody>
                    <a:bodyPr/>
                    <a:lstStyle/>
                    <a:p>
                      <a:r>
                        <a:rPr lang="en-US" dirty="0" err="1"/>
                        <a:t>Order_items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List_price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Products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List_price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857436"/>
                  </a:ext>
                </a:extLst>
              </a:tr>
              <a:tr h="379887">
                <a:tc>
                  <a:txBody>
                    <a:bodyPr/>
                    <a:lstStyle/>
                    <a:p>
                      <a:r>
                        <a:rPr lang="en-US" dirty="0"/>
                        <a:t>Orders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Store_id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Staffs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Store_id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087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35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79B9-EEF5-17BB-CB2E-4589377D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(Datatypes)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8AB93-7BC3-7D5D-AF0D-7FD1EC40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Decimal(16,2)</a:t>
            </a:r>
          </a:p>
          <a:p>
            <a:r>
              <a:rPr lang="en-US" dirty="0"/>
              <a:t>Date</a:t>
            </a:r>
            <a:r>
              <a:rPr lang="da-DK" dirty="0"/>
              <a:t>(dd/mm/yyyy)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9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41FD-0C2E-CD97-EE02-DDB16431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F294-E0E4-2DE9-BBCC-ABF9F289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C7E7C6-5F4E-594E-AF1F-6800376A9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49" y="1472053"/>
            <a:ext cx="11650701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1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D1AD-656E-5FF6-75F0-19A2AB16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endParaRPr lang="da-DK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584118A-1BE0-74CA-2930-88CA64963F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8286272"/>
              </p:ext>
            </p:extLst>
          </p:nvPr>
        </p:nvGraphicFramePr>
        <p:xfrm>
          <a:off x="1733236" y="1074208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206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7BD0D852373C43811115A1A3CFF06A" ma:contentTypeVersion="1" ma:contentTypeDescription="Create a new document." ma:contentTypeScope="" ma:versionID="9ef92e134898fffc5fb2c89b555df293">
  <xsd:schema xmlns:xsd="http://www.w3.org/2001/XMLSchema" xmlns:xs="http://www.w3.org/2001/XMLSchema" xmlns:p="http://schemas.microsoft.com/office/2006/metadata/properties" xmlns:ns3="5bb38711-313e-4bc6-bb31-717c6afa6e30" targetNamespace="http://schemas.microsoft.com/office/2006/metadata/properties" ma:root="true" ma:fieldsID="4a6478cc324f8976889d89e0a7045c3b" ns3:_="">
    <xsd:import namespace="5bb38711-313e-4bc6-bb31-717c6afa6e3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b38711-313e-4bc6-bb31-717c6afa6e3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550971-F247-4F17-B0C5-01A1688AA8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4F04A8-3598-4D04-813D-C13DF8385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b38711-313e-4bc6-bb31-717c6afa6e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E4A3FC-833B-4973-A9CA-6A1FBDF83D2F}">
  <ds:schemaRefs>
    <ds:schemaRef ds:uri="http://purl.org/dc/elements/1.1/"/>
    <ds:schemaRef ds:uri="http://purl.org/dc/dcmitype/"/>
    <ds:schemaRef ds:uri="5bb38711-313e-4bc6-bb31-717c6afa6e30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124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ETL process</vt:lpstr>
      <vt:lpstr>Extract</vt:lpstr>
      <vt:lpstr>5 normal forms</vt:lpstr>
      <vt:lpstr>Transformation (Column values)</vt:lpstr>
      <vt:lpstr>Transformation (Removal of columns)</vt:lpstr>
      <vt:lpstr>Transformation (Datatypes)</vt:lpstr>
      <vt:lpstr>Load</vt:lpstr>
      <vt:lpstr>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Laporte</dc:creator>
  <cp:lastModifiedBy>Daniel Laporte</cp:lastModifiedBy>
  <cp:revision>2</cp:revision>
  <dcterms:created xsi:type="dcterms:W3CDTF">2025-04-11T07:25:53Z</dcterms:created>
  <dcterms:modified xsi:type="dcterms:W3CDTF">2025-04-14T08:32:19Z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0x010100B47BD0D852373C43811115A1A3CFF06A</vt:lpwstr>
  </property>
</Properties>
</file>